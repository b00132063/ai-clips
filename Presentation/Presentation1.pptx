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717"/>
  </p:normalViewPr>
  <p:slideViewPr>
    <p:cSldViewPr snapToGrid="0">
      <p:cViewPr varScale="1">
        <p:scale>
          <a:sx n="88" d="100"/>
          <a:sy n="88" d="100"/>
        </p:scale>
        <p:origin x="176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5710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9012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5616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70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71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852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56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408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2C5EAEF-6478-4102-8F5D-A5FE9FC97ACB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594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534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2571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321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avy 3D art">
            <a:extLst>
              <a:ext uri="{FF2B5EF4-FFF2-40B4-BE49-F238E27FC236}">
                <a16:creationId xmlns:a16="http://schemas.microsoft.com/office/drawing/2014/main" id="{E92CA7D5-B6C5-3FA6-CF12-F278ABB7892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0450" b="6969"/>
          <a:stretch>
            <a:fillRect/>
          </a:stretch>
        </p:blipFill>
        <p:spPr>
          <a:xfrm>
            <a:off x="0" y="364937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31EDA8-15DF-08E5-48FC-2653A706A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AI Clips Generator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C9A05-E53A-F4D3-1B52-CEBA41737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rgbClr val="FFFFFF"/>
                </a:solidFill>
              </a:rPr>
              <a:t>By Steven Akamelu</a:t>
            </a:r>
          </a:p>
          <a:p>
            <a:r>
              <a:rPr lang="en-US" sz="2200" dirty="0">
                <a:solidFill>
                  <a:srgbClr val="FFFFFF"/>
                </a:solidFill>
              </a:rPr>
              <a:t>Supervisor: Luke Raeside</a:t>
            </a:r>
          </a:p>
        </p:txBody>
      </p:sp>
    </p:spTree>
    <p:extLst>
      <p:ext uri="{BB962C8B-B14F-4D97-AF65-F5344CB8AC3E}">
        <p14:creationId xmlns:p14="http://schemas.microsoft.com/office/powerpoint/2010/main" val="3043366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218F7-D88D-61A6-8A18-0CD336E5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0" dirty="0">
                <a:latin typeface="Calibri" panose="020F0502020204030204" pitchFamily="34" charset="0"/>
                <a:cs typeface="Calibri" panose="020F0502020204030204" pitchFamily="34" charset="0"/>
              </a:rPr>
              <a:t>Automating Clips for Social Media Content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C349B-EC1B-D46F-56FC-BE5E83E21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Creators nowadays spend too long reviewing footage to put in different social media accounts</a:t>
            </a:r>
          </a:p>
          <a:p>
            <a:r>
              <a:rPr lang="en-US" dirty="0"/>
              <a:t>I noticed a gap in the market that will help out people and be more time efficient. Such as streamers, content creators and the high push in content creation</a:t>
            </a:r>
          </a:p>
          <a:p>
            <a:r>
              <a:rPr lang="en-US" dirty="0"/>
              <a:t>AI can detect emotions see what seems more likely to it and make a decision on what emotion it analysis.</a:t>
            </a:r>
          </a:p>
          <a:p>
            <a:r>
              <a:rPr lang="en-US" dirty="0"/>
              <a:t>My project’s frontend is built using React, while the backend is built using Python/</a:t>
            </a:r>
            <a:r>
              <a:rPr lang="en-US" dirty="0" err="1"/>
              <a:t>FastAPI</a:t>
            </a:r>
            <a:r>
              <a:rPr lang="en-US" dirty="0"/>
              <a:t> while using the packages of </a:t>
            </a:r>
            <a:r>
              <a:rPr lang="en-US" dirty="0" err="1"/>
              <a:t>tensorflow</a:t>
            </a:r>
            <a:r>
              <a:rPr lang="en-US" dirty="0"/>
              <a:t> and </a:t>
            </a:r>
            <a:r>
              <a:rPr lang="en-US" dirty="0" err="1"/>
              <a:t>deepface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9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737C9-A07D-861B-B606-432616A66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Calibri" panose="020F0502020204030204" pitchFamily="34" charset="0"/>
                <a:cs typeface="Calibri" panose="020F0502020204030204" pitchFamily="34" charset="0"/>
              </a:rPr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B6555-AAE3-FCC4-56F5-65124A476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build a project that will create highlight clips using AI</a:t>
            </a:r>
          </a:p>
          <a:p>
            <a:r>
              <a:rPr lang="en-US" dirty="0"/>
              <a:t>Detect key moments, emotions and timestamps</a:t>
            </a:r>
          </a:p>
          <a:p>
            <a:r>
              <a:rPr lang="en-US" dirty="0"/>
              <a:t>Given a clean UI system for uploads and previews</a:t>
            </a:r>
          </a:p>
          <a:p>
            <a:r>
              <a:rPr lang="en-US" dirty="0"/>
              <a:t>Allow users the ability to share to different platforms</a:t>
            </a:r>
          </a:p>
          <a:p>
            <a:r>
              <a:rPr lang="en-US" dirty="0"/>
              <a:t>Integrate a backend processing system to a frontend interface</a:t>
            </a:r>
          </a:p>
        </p:txBody>
      </p:sp>
    </p:spTree>
    <p:extLst>
      <p:ext uri="{BB962C8B-B14F-4D97-AF65-F5344CB8AC3E}">
        <p14:creationId xmlns:p14="http://schemas.microsoft.com/office/powerpoint/2010/main" val="236657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C8DCB-63FB-D76B-B95B-0F9C3B57A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0" dirty="0"/>
              <a:t>System Overview</a:t>
            </a:r>
            <a:endParaRPr lang="en-US" b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D175E-AE92-9148-1195-65E2EE2B1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Video -&gt; Backend Processing -&gt; AI Analysis -&gt; Suggested Clips -&gt; Frontend Display -&gt; Export</a:t>
            </a:r>
          </a:p>
        </p:txBody>
      </p:sp>
    </p:spTree>
    <p:extLst>
      <p:ext uri="{BB962C8B-B14F-4D97-AF65-F5344CB8AC3E}">
        <p14:creationId xmlns:p14="http://schemas.microsoft.com/office/powerpoint/2010/main" val="729372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1F112-DCAB-D6FF-DA59-0B3E7A1CD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Frontend Display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439C6-D6E4-05DA-119A-4457ABE04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Built using React and styling for UI that would be modern</a:t>
            </a:r>
          </a:p>
          <a:p>
            <a:r>
              <a:rPr lang="en-US" dirty="0"/>
              <a:t>This would be used for upload, previews and seeing timelines, pasting </a:t>
            </a:r>
            <a:r>
              <a:rPr lang="en-US" dirty="0" err="1"/>
              <a:t>urls</a:t>
            </a:r>
            <a:r>
              <a:rPr lang="en-US" dirty="0"/>
              <a:t> and emotions</a:t>
            </a:r>
          </a:p>
          <a:p>
            <a:r>
              <a:rPr lang="en-US" dirty="0"/>
              <a:t>Styling is supported by my CSS files from </a:t>
            </a:r>
            <a:r>
              <a:rPr lang="en-US" dirty="0" err="1"/>
              <a:t>App.css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688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FDA31-4B26-CECE-09F8-492ABF06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3D979-0CB4-16B4-4233-4F6795608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My backend will handle intake of videos, frame extraction through the use of </a:t>
            </a:r>
            <a:r>
              <a:rPr lang="en-US" dirty="0" err="1"/>
              <a:t>deepface</a:t>
            </a:r>
            <a:r>
              <a:rPr lang="en-US" dirty="0"/>
              <a:t>, emotion detection through the use of </a:t>
            </a:r>
            <a:r>
              <a:rPr lang="en-US" dirty="0" err="1"/>
              <a:t>tensorflow</a:t>
            </a:r>
            <a:endParaRPr lang="en-US" dirty="0"/>
          </a:p>
          <a:p>
            <a:r>
              <a:rPr lang="en-US" dirty="0"/>
              <a:t>Outputs Json for each that has been made</a:t>
            </a:r>
          </a:p>
        </p:txBody>
      </p:sp>
    </p:spTree>
    <p:extLst>
      <p:ext uri="{BB962C8B-B14F-4D97-AF65-F5344CB8AC3E}">
        <p14:creationId xmlns:p14="http://schemas.microsoft.com/office/powerpoint/2010/main" val="2716932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9D7F6-8B0C-FEF8-FF42-3160CB26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Current Limitation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1A8D4-7124-8E53-AC1E-7AAB6EAB74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backend and frontend connection isn’t complete</a:t>
            </a:r>
          </a:p>
          <a:p>
            <a:r>
              <a:rPr lang="en-US" dirty="0"/>
              <a:t>The frontend visually doesn’t seem to be receiving data but it’s seen in the backend post connection system</a:t>
            </a:r>
          </a:p>
          <a:p>
            <a:r>
              <a:rPr lang="en-US" dirty="0"/>
              <a:t>Most likely due to routing and request formatting issues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02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93D22-6ACD-1A21-F7D9-4F16AB68A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 Case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F0039-30C1-6D70-EAAA-B73A7004E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diagram showcases the interaction between the user and the system</a:t>
            </a:r>
          </a:p>
          <a:p>
            <a:r>
              <a:rPr lang="en-US" dirty="0"/>
              <a:t>The Creator will be the main user and can create clips, upload videos, or even paste </a:t>
            </a:r>
            <a:r>
              <a:rPr lang="en-US" dirty="0" err="1"/>
              <a:t>urls</a:t>
            </a:r>
            <a:r>
              <a:rPr lang="en-US" dirty="0"/>
              <a:t>, preview said clips, edit clips, run face analysis and download final clips</a:t>
            </a:r>
          </a:p>
          <a:p>
            <a:r>
              <a:rPr lang="en-US" dirty="0"/>
              <a:t>The AI Model will perform core tasks such as </a:t>
            </a:r>
            <a:r>
              <a:rPr lang="en-US" dirty="0" err="1"/>
              <a:t>analysing</a:t>
            </a:r>
            <a:r>
              <a:rPr lang="en-US" dirty="0"/>
              <a:t> emotions, detecting speech, identifying high emotional peaks and generating the best clips based on this information </a:t>
            </a:r>
          </a:p>
          <a:p>
            <a:r>
              <a:rPr lang="en-US" dirty="0"/>
              <a:t>The Social Media Platform represents the role of exporting videos unto the multiple different platforms</a:t>
            </a:r>
          </a:p>
          <a:p>
            <a:r>
              <a:rPr lang="en-US" dirty="0"/>
              <a:t>The system uses include and extends relationships to showcase it exporting clips or detecting speech</a:t>
            </a:r>
          </a:p>
        </p:txBody>
      </p:sp>
    </p:spTree>
    <p:extLst>
      <p:ext uri="{BB962C8B-B14F-4D97-AF65-F5344CB8AC3E}">
        <p14:creationId xmlns:p14="http://schemas.microsoft.com/office/powerpoint/2010/main" val="3939228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48AAC-E46D-3B46-8A8E-4329456D3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 Case Diagram</a:t>
            </a: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7C38D796-9DB6-91F2-648D-2581952E4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3452" y="2016125"/>
            <a:ext cx="5519420" cy="3449638"/>
          </a:xfrm>
        </p:spPr>
      </p:pic>
    </p:spTree>
    <p:extLst>
      <p:ext uri="{BB962C8B-B14F-4D97-AF65-F5344CB8AC3E}">
        <p14:creationId xmlns:p14="http://schemas.microsoft.com/office/powerpoint/2010/main" val="4103628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20E4A-5FD6-CA43-A451-FD9C2EF28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ERD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B658A-B469-95A3-0613-2CF3DE23A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Erd diagram highlights the full structure used by the system</a:t>
            </a:r>
          </a:p>
          <a:p>
            <a:r>
              <a:rPr lang="en-US" dirty="0"/>
              <a:t> A creator can have many clips 1 to M relationship</a:t>
            </a:r>
          </a:p>
          <a:p>
            <a:r>
              <a:rPr lang="en-US" dirty="0"/>
              <a:t>Every clip is linked to different emotion analysis result. Due to this many emotion peaks can be stored because of this</a:t>
            </a:r>
          </a:p>
          <a:p>
            <a:r>
              <a:rPr lang="en-US" dirty="0"/>
              <a:t>Clips suggested are made from AI analysis and are extensions of the entity.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793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CF08-A896-FF8D-AB7C-CA382E1E1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ERD Diagram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0E36F3F-B988-57E8-9E56-E2120939D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3452" y="2016125"/>
            <a:ext cx="5519420" cy="3449638"/>
          </a:xfrm>
        </p:spPr>
      </p:pic>
    </p:spTree>
    <p:extLst>
      <p:ext uri="{BB962C8B-B14F-4D97-AF65-F5344CB8AC3E}">
        <p14:creationId xmlns:p14="http://schemas.microsoft.com/office/powerpoint/2010/main" val="4199232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9023-4F6B-F28F-AD6C-483314949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0" dirty="0">
                <a:latin typeface="Calibri" panose="020F0502020204030204" pitchFamily="34" charset="0"/>
                <a:cs typeface="Calibri" panose="020F0502020204030204" pitchFamily="34" charset="0"/>
              </a:rPr>
              <a:t>Connecting Use Case + ERD + System Flow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702D0-7619-A5EA-AE8A-050966064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Case = How users interact with the system</a:t>
            </a:r>
          </a:p>
          <a:p>
            <a:r>
              <a:rPr lang="en-US" dirty="0"/>
              <a:t>ERD Diagram = How data is stored and structured </a:t>
            </a:r>
          </a:p>
          <a:p>
            <a:r>
              <a:rPr lang="en-US" dirty="0"/>
              <a:t>When both are combined it’s an end-to-end workflow from the upload to the analysis to the suggested clips to the final result</a:t>
            </a:r>
          </a:p>
          <a:p>
            <a:r>
              <a:rPr lang="en-US" dirty="0"/>
              <a:t>Together they define how the project is built, tested and evaluated.</a:t>
            </a:r>
          </a:p>
        </p:txBody>
      </p:sp>
    </p:spTree>
    <p:extLst>
      <p:ext uri="{BB962C8B-B14F-4D97-AF65-F5344CB8AC3E}">
        <p14:creationId xmlns:p14="http://schemas.microsoft.com/office/powerpoint/2010/main" val="391894840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251</TotalTime>
  <Words>512</Words>
  <Application>Microsoft Macintosh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Gill Sans MT</vt:lpstr>
      <vt:lpstr>Gallery</vt:lpstr>
      <vt:lpstr>AI Clips Generator</vt:lpstr>
      <vt:lpstr>Automating Clips for Social Media Content</vt:lpstr>
      <vt:lpstr>Project Objectives</vt:lpstr>
      <vt:lpstr>System Overview</vt:lpstr>
      <vt:lpstr>Frontend Display</vt:lpstr>
      <vt:lpstr>Backend</vt:lpstr>
      <vt:lpstr>Current Limitation</vt:lpstr>
      <vt:lpstr>Use Case Diagram</vt:lpstr>
      <vt:lpstr>Use Case Diagram</vt:lpstr>
      <vt:lpstr>ERD Diagram</vt:lpstr>
      <vt:lpstr>ERD Diagram</vt:lpstr>
      <vt:lpstr>Connecting Use Case + ERD + System 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B00132063 Steven Akamelu</dc:creator>
  <cp:lastModifiedBy>B00132063 Steven Akamelu</cp:lastModifiedBy>
  <cp:revision>1</cp:revision>
  <dcterms:created xsi:type="dcterms:W3CDTF">2025-12-09T07:16:46Z</dcterms:created>
  <dcterms:modified xsi:type="dcterms:W3CDTF">2025-12-09T11:28:03Z</dcterms:modified>
</cp:coreProperties>
</file>